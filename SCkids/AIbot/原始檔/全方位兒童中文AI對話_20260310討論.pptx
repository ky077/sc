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kids.smartchinese.org/index.aspx" TargetMode="Externa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ce67016ae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ce67016ae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ce67016ae4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ce67016ae4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u="sng">
                <a:solidFill>
                  <a:schemeClr val="hlink"/>
                </a:solidFill>
                <a:hlinkClick r:id="rId2"/>
              </a:rPr>
              <a:t>https://kids.smartchinese.org/index.aspx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ce67016ae4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ce67016ae4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ce67016ae4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ce67016ae4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全方位兒童中文AI對話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20260310討論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311700" y="445025"/>
            <a:ext cx="4260300" cy="412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2026/02/08(日) 宋老師在群組指示進行</a:t>
            </a:r>
            <a:br>
              <a:rPr lang="zh-TW"/>
            </a:br>
            <a:r>
              <a:rPr lang="zh-TW"/>
              <a:t>                         全方位兒童中文AI對話</a:t>
            </a:r>
            <a:br>
              <a:rPr lang="zh-TW"/>
            </a:br>
            <a:r>
              <a:rPr lang="zh-TW"/>
              <a:t>                         開發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zh-TW"/>
              <a:t>2026/02/25(三) 華語組會議上向宋老師</a:t>
            </a:r>
            <a:br>
              <a:rPr lang="zh-TW"/>
            </a:br>
            <a:r>
              <a:rPr lang="zh-TW"/>
              <a:t>                         展示兩課目前指令測試</a:t>
            </a:r>
            <a:br>
              <a:rPr lang="zh-TW"/>
            </a:br>
            <a:r>
              <a:rPr lang="zh-TW"/>
              <a:t>                         結果，宋老師指示</a:t>
            </a:r>
            <a:r>
              <a:rPr b="1" lang="zh-TW"/>
              <a:t>今年</a:t>
            </a:r>
            <a:br>
              <a:rPr b="1" lang="zh-TW"/>
            </a:br>
            <a:r>
              <a:rPr b="1" lang="zh-TW"/>
              <a:t>                         六月</a:t>
            </a:r>
            <a:r>
              <a:rPr lang="zh-TW"/>
              <a:t>國語中心夏令營要</a:t>
            </a:r>
            <a:br>
              <a:rPr lang="zh-TW"/>
            </a:br>
            <a:r>
              <a:rPr lang="zh-TW"/>
              <a:t>                         </a:t>
            </a:r>
            <a:r>
              <a:rPr b="1" lang="zh-TW"/>
              <a:t>給學生試用並收集回饋</a:t>
            </a:r>
            <a:endParaRPr b="1"/>
          </a:p>
        </p:txBody>
      </p:sp>
      <p:pic>
        <p:nvPicPr>
          <p:cNvPr id="61" name="Google Shape;6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35213" y="378075"/>
            <a:ext cx="3133725" cy="4257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8400" y="616412"/>
            <a:ext cx="8587193" cy="39106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626863"/>
            <a:ext cx="8520598" cy="3889771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6"/>
          <p:cNvSpPr/>
          <p:nvPr/>
        </p:nvSpPr>
        <p:spPr>
          <a:xfrm>
            <a:off x="7388800" y="944150"/>
            <a:ext cx="387600" cy="5871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CC0000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6"/>
          <p:cNvSpPr/>
          <p:nvPr/>
        </p:nvSpPr>
        <p:spPr>
          <a:xfrm>
            <a:off x="7259625" y="216075"/>
            <a:ext cx="1714500" cy="7986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/>
              <a:t>請在這邊加上</a:t>
            </a:r>
            <a:endParaRPr sz="16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/>
              <a:t>「AI對話」標籤</a:t>
            </a:r>
            <a:endParaRPr sz="16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17"/>
          <p:cNvPicPr preferRelativeResize="0"/>
          <p:nvPr/>
        </p:nvPicPr>
        <p:blipFill rotWithShape="1">
          <a:blip r:embed="rId3">
            <a:alphaModFix/>
          </a:blip>
          <a:srcRect b="9502" l="0" r="0" t="0"/>
          <a:stretch/>
        </p:blipFill>
        <p:spPr>
          <a:xfrm>
            <a:off x="1455013" y="734514"/>
            <a:ext cx="6233975" cy="4261626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7"/>
          <p:cNvSpPr/>
          <p:nvPr/>
        </p:nvSpPr>
        <p:spPr>
          <a:xfrm>
            <a:off x="718700" y="263050"/>
            <a:ext cx="2959200" cy="8808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/>
              <a:t>可能需要再設計一個機器人，明天會向宋老師請示</a:t>
            </a:r>
            <a:endParaRPr sz="1600"/>
          </a:p>
        </p:txBody>
      </p:sp>
      <p:sp>
        <p:nvSpPr>
          <p:cNvPr id="80" name="Google Shape;80;p17"/>
          <p:cNvSpPr/>
          <p:nvPr/>
        </p:nvSpPr>
        <p:spPr>
          <a:xfrm>
            <a:off x="1752075" y="1625250"/>
            <a:ext cx="704700" cy="728100"/>
          </a:xfrm>
          <a:prstGeom prst="ellipse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7"/>
          <p:cNvSpPr/>
          <p:nvPr/>
        </p:nvSpPr>
        <p:spPr>
          <a:xfrm rot="10800000">
            <a:off x="1910625" y="1038150"/>
            <a:ext cx="387600" cy="5871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CC0000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